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Tracker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DB4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+ FastAPI + PowerApps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 ·  Microsoft Dataverse  ·  Azure Cloud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1371600" cy="54864"/>
          </a:xfrm>
          <a:prstGeom prst="rect">
            <a:avLst/>
          </a:prstGeom>
          <a:solidFill>
            <a:srgbClr val="B4009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architecture · live in your Azure subscription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2026-05-19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React, FastAPI, PowerApps and Dataverse work together — all auth via Microsoft Entra ID.</a:t>
            </a:r>
            <a:endParaRPr lang="en-US" sz="1200" dirty="0"/>
          </a:p>
        </p:txBody>
      </p:sp>
      <p:pic>
        <p:nvPicPr>
          <p:cNvPr id="5" name="Image 0" descr="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Microsoft sign-in, two app registrations, three layers — all linked by JWT.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Sign 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redirects to login.microsoftonline.com, hosted by Entra ID.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167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issues a v2 token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5328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= api://&lt;API_CLIENT_ID&gt;, scope = access_as_user, signed by tenant vkn2k.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3218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calls FastAPI with Bearer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3584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validated by fastapi-azure-auth: signature, issuer (v2.0), audience.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exchanges for app-only token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6360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ConfidentialClient → scope https://orgf327dc4f.crm.dynamics.com/.default.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53218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calls Dataverse OData v4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6875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App-only token grants System Customizer role → reads/writes cr0b4_tasks rows.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live in your Azure subscription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rg-tt-prod · eastus2 · ~$2–5/month idle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258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258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MSAL.js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icy-forest-0d64b060f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.7.azurestaticapps.net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097280"/>
            <a:ext cx="731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3258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3258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in Python 3.12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tt-api-xs2pkkbtydvlm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.azurecontainerapps.io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97280"/>
            <a:ext cx="731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13258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3258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3317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ttacrxs2pkkbtydvlm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.azurecr.io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api-tt-prod:fixed2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10972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1097280"/>
            <a:ext cx="731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0" y="13258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13258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0" y="23317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tt-mi-xs2pkkbtydvlm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AcrPull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creds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03320"/>
            <a:ext cx="73152" cy="2377440"/>
          </a:xfrm>
          <a:prstGeom prst="rect">
            <a:avLst/>
          </a:prstGeom>
          <a:solidFill>
            <a:srgbClr val="B4009E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393192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B4009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931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4480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Dataverse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orgf327dc4f.crm.dynamics.com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cr0b4_tasks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+ picklists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370332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3703320"/>
            <a:ext cx="73152" cy="2377440"/>
          </a:xfrm>
          <a:prstGeom prst="rect">
            <a:avLst/>
          </a:prstGeom>
          <a:solidFill>
            <a:srgbClr val="742774"/>
          </a:solidFill>
          <a:ln/>
        </p:spPr>
      </p:sp>
      <p:sp>
        <p:nvSpPr>
          <p:cNvPr id="37" name="Shape 35"/>
          <p:cNvSpPr/>
          <p:nvPr/>
        </p:nvSpPr>
        <p:spPr>
          <a:xfrm>
            <a:off x="3566160" y="393192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742774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931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66160" y="4480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Apps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56616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Tracker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Tracker SPA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consent granted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70332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3703320"/>
            <a:ext cx="731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Shape 41"/>
          <p:cNvSpPr/>
          <p:nvPr/>
        </p:nvSpPr>
        <p:spPr>
          <a:xfrm>
            <a:off x="6446520" y="393192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3931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46520" y="4480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4652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tt-log-xs2pkkbtydvlm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ingress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098280" y="370332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98280" y="3703320"/>
            <a:ext cx="731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Shape 47"/>
          <p:cNvSpPr/>
          <p:nvPr/>
        </p:nvSpPr>
        <p:spPr>
          <a:xfrm>
            <a:off x="9326880" y="393192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9326880" y="3931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326880" y="4480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32688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tt-appi-xs2pkkbtydvlm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resources provisioned via Bicep (infra/main.bicep) and deployed via 'azd up'.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live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371600" cy="54864"/>
          </a:xfrm>
          <a:prstGeom prst="rect">
            <a:avLst/>
          </a:prstGeom>
          <a:solidFill>
            <a:srgbClr val="B4009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verified — React to FastAPI to Dataverse — on a real Azure deployment.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2514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https://icy-forest-0d64b060f.7.azurestaticapps.net/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https://tt-api-xs2pkkbtydvlm.wonderfulstone-03965d5b.eastus2.azurecontainerapps.io/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69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https://orgf327dc4f.crm.dynamics.com/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with  azd down --purge   ·   Cost: ~$2-5/month idle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Tracker — Architecture</dc:title>
  <dc:subject>PptxGenJS Presentation</dc:subject>
  <dc:creator>Claude</dc:creator>
  <cp:lastModifiedBy>Claude</cp:lastModifiedBy>
  <cp:revision>1</cp:revision>
  <dcterms:created xsi:type="dcterms:W3CDTF">2026-05-19T16:12:58Z</dcterms:created>
  <dcterms:modified xsi:type="dcterms:W3CDTF">2026-05-19T16:12:58Z</dcterms:modified>
</cp:coreProperties>
</file>